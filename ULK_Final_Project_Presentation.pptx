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ULK Academic Activity and Resource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Advanced Database Management Project</a:t>
            </a:r>
          </a:p>
          <a:p>
            <a:r>
              <a:rPr dirty="0"/>
              <a:t>Kigali Independent University (ULK)</a:t>
            </a:r>
            <a:endParaRPr lang="en-US" dirty="0"/>
          </a:p>
          <a:p>
            <a:r>
              <a:rPr lang="en-US" dirty="0"/>
              <a:t>ROLLNUMBER: 202311271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 (Visual Drawing)</a:t>
            </a:r>
          </a:p>
        </p:txBody>
      </p:sp>
      <p:pic>
        <p:nvPicPr>
          <p:cNvPr id="3" name="Picture 2" descr="a_clean_diagram_infographic_image_an_er_diagram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68" y="1594549"/>
            <a:ext cx="6858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PostgreSQL database integrating students, lecturers, courses, departments, laboratories, classrooms, research activities, and academic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 registration and management</a:t>
            </a:r>
          </a:p>
          <a:p>
            <a:r>
              <a:t>• Lecturer management</a:t>
            </a:r>
          </a:p>
          <a:p>
            <a:r>
              <a:t>• Course allocation</a:t>
            </a:r>
          </a:p>
          <a:p>
            <a:r>
              <a:t>• Enrollment management</a:t>
            </a:r>
          </a:p>
          <a:p>
            <a:r>
              <a:t>• Resource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Functional and Non-Functional Requirements including integrity, scalability, security, and performance.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Model -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Student, Lecturer, Department, Faculty, Course, Enrollment, Classroom, Laboratory, ResearchProject, AcademicEvent, Resource.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Model - 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enrolls in Course, Department offers Course, Lecturer teaches Course, Lecturer supervises ResearchProject,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 Diagram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ER diagram models academic operations. Students enroll in courses, departments belong to faculties, lecturers teach courses and supervise research projects. Enrollment resolves the many-to-many relationship between students and courses.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EER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Specialization: Person → Student, Lecturer</a:t>
            </a:r>
          </a:p>
          <a:p>
            <a:r>
              <a:t>Generalization: AcademicSpace → Classroom, Laboratory</a:t>
            </a:r>
          </a:p>
          <a:p>
            <a:r>
              <a:t>Category: EventParticipant = Student ∪ Lecturer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PostgreSQL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Inheritance, Composite Types, JSONB, User Defined Types, Constraints, and Relationships.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Population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 Students, 20 Lecturers, 30 Courses, 100+ Enrollments, 300+ total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 SQL queries including joins, aggregations, grouping, subqueries, and reporting.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index on Enrollment(student_id). Sequential Scan improved to Index Scan.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8KB pages, heap files, index files, and TOAST storage.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Buffer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 execution showed cache usage and improved performance.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Centralized academic database with scalability, consistency, and efficient query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309</Words>
  <Application>Microsoft Office PowerPoint</Application>
  <PresentationFormat>On-screen Show (4:3)</PresentationFormat>
  <Paragraphs>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ULK Academic Activity and Resource Management System</vt:lpstr>
      <vt:lpstr>ER Diagram (Visual Drawing)</vt:lpstr>
      <vt:lpstr>Introduction</vt:lpstr>
      <vt:lpstr>Objectives</vt:lpstr>
      <vt:lpstr>Requirements Analysis</vt:lpstr>
      <vt:lpstr>ER Model - Entities</vt:lpstr>
      <vt:lpstr>ER Model - Relationships</vt:lpstr>
      <vt:lpstr>ER Diagram Explanation</vt:lpstr>
      <vt:lpstr>EER Model</vt:lpstr>
      <vt:lpstr>PostgreSQL Implementation</vt:lpstr>
      <vt:lpstr>Data Population</vt:lpstr>
      <vt:lpstr>SQL Queries</vt:lpstr>
      <vt:lpstr>Indexing Analysis</vt:lpstr>
      <vt:lpstr>Storage Analysis</vt:lpstr>
      <vt:lpstr>Buffer Management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jamesyor2@gmail.com</cp:lastModifiedBy>
  <cp:revision>2</cp:revision>
  <dcterms:created xsi:type="dcterms:W3CDTF">2013-01-27T09:14:16Z</dcterms:created>
  <dcterms:modified xsi:type="dcterms:W3CDTF">2026-06-16T11:22:52Z</dcterms:modified>
  <cp:category/>
</cp:coreProperties>
</file>